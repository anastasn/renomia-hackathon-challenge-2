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D0F7F-540A-45E2-9294-1FB5A13A8FB4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0C4AB-DA40-4E58-A041-1332981FE51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8187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0C4AB-DA40-4E58-A041-1332981FE513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376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7C89BB-BDBC-7796-EF6C-9692B7E05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C3887A7-A4D4-E9EA-7F01-E27D54FC8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5DCCF3B-DE6B-B308-AF4B-A4D08E27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E1F73A-6FDE-1909-4348-AF8AE8A1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3A5B62-728C-9B8B-E889-BC7E125F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253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5780B3-9E16-9976-6B13-6C60AFB8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33A868-A21F-BDE8-5437-15863BFB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6334BDF-94CE-3FF2-F24D-897E399E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03211E-B56B-A7AB-8CD0-B6C1522B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E84C93B-F6FD-63AE-48B4-E04AF99E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758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5CB1FD-8528-EECF-2C45-494FD5A8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3D2783A-2687-2424-5AFE-0B35F1CEF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7A75F1-2A11-93D2-C332-89BDB028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75FA89E-B770-FC13-4F2E-36D30733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0388AF-A3B1-47B6-0C5D-7E511BEC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75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AE834D-490B-40C8-53C1-DDD7D3BE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B1CC3D-5321-D0BE-0895-F8446243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C1C2913-2770-A748-2B65-D7CBBD7D9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FCE5D45-7CB8-C596-F38D-842D60C8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DD89BA4-C471-45E1-25B4-FFC6E8D6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E947CCF-A52B-6CF9-CB23-5E0BF2C2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53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943713-0970-8702-9CC7-4843B6DFA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DF0001-62F8-46D4-B794-2F3AC3B3A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800A4-022A-F7B8-CFDE-D3F283E0D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7CF4631-AF48-7AB5-55C0-563C490B0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AD871C5-CDA1-4D61-DE9C-150C92D9F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AB78BED-AB6A-0040-95CF-AFBEA360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B8B00AF-0BAB-3725-7BE6-405FB19B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F29119A-2C8F-F21F-4CAB-D252CBAB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567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1319B1-1B0A-8421-7D19-42F33A85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03D5F34-A650-2DEB-C7F0-EA001126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7C4B494-275D-7ED6-5A6C-10A0EEE4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596CD00-D6C5-0A88-87D3-F1820F15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799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823385B-44F7-1EDF-36AA-244E17BC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2E5C343-1133-F437-C1E7-3050BE1E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CCBB931-E734-5C46-5058-2EAF7238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099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1A7F4B-5C6B-0937-CC43-9A126093C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9C7EBD-0ABF-6CB3-D40D-59E151610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A31369-AC5D-BB15-CFEF-787837E6B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D916661-B95B-8885-C520-B8A33D2E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04E4FA5-96CD-FA41-9393-3A6782FB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5E74F8-C77C-B0E2-E31D-9C0765E7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1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FB8D68-55FE-F879-C08C-373F2ADDA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4473183-9BA3-4C63-44C0-D9B5C7198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604373C-2A31-C6EA-E522-506E1587B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B5A0039-08AD-380B-4BE3-FDA30338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AD24EF8-4B53-0299-B294-64C29E8D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7A51436-4E05-4AA9-4435-E009B3C8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033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242596-0B0A-D7FA-546D-BB37114D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65AEFB5-CB84-DF87-E193-146C17A9F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4B180E-3B2C-F564-655A-E91BDFB0B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7F993E-A4AD-8CFC-9529-A8E0655A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5FB81F-FC91-C332-C668-BE3484B9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048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2EC7FA0-F538-5072-BAAF-3CF8F9863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660B170-2D05-6883-194F-88ECF8D52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8E8F82-BF99-D2DD-EFEF-186E6B5A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73A843A-B531-F09B-D54C-E0401D38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0CB961-8930-DA5B-81F2-3073EE35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147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2E275C6-90A6-B118-804A-7BC77D8D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28D7E66-A99C-8039-B809-BE914F3A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EA3718C-83A8-A01A-3475-A22CFCECC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262F0-3F5B-4127-A81A-6B6AA1126AB5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C2D071-F468-D70B-0789-2EC3347F6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1B414FB-1F56-53C2-63C9-4B223C9AB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C49A5-D467-4F2F-8A0D-E720C100C8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934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5719B4B-5521-B6A7-7724-274D8DE5CA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F837DA6E-5C3E-E880-5EE2-DA1F196080F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-105696" y="1895168"/>
            <a:ext cx="1366684" cy="3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Challenge</a:t>
            </a:r>
            <a:endParaRPr lang="cs-CZ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6FC190F-3C55-067A-5B43-0E0EC82F85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>
              <a:latin typeface="Franklin Gothic Medium" panose="020B0603020102020204" pitchFamily="34" charset="0"/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7EE14363-8474-7E1A-B6BC-E5323AC6D58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3716594" y="1895168"/>
            <a:ext cx="1366684" cy="3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Problems</a:t>
            </a:r>
            <a:endParaRPr lang="cs-CZ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B8B51AB1-C865-0DBB-AA58-53E54DD039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7529052" y="1895168"/>
            <a:ext cx="1366684" cy="3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Technology</a:t>
            </a:r>
            <a:endParaRPr lang="cs-CZ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19ADF8D3-1BDB-1599-3851-78B494A667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2219" y="3170751"/>
            <a:ext cx="4139381" cy="3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Approach</a:t>
            </a:r>
            <a:endParaRPr lang="cs-CZ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334520B1-B24C-A635-FEB4-CC67D99D6D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44812" y="3180583"/>
            <a:ext cx="4139381" cy="3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Architecture</a:t>
            </a:r>
            <a:endParaRPr lang="cs-CZ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FA74E983-63E0-80CB-8B31-8C26E6DB2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2283" y="271362"/>
            <a:ext cx="7787149" cy="50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cs-CZ" sz="3600" b="1" dirty="0" err="1"/>
              <a:t>Renomia</a:t>
            </a:r>
            <a:r>
              <a:rPr lang="cs-CZ" sz="3600" b="1" dirty="0"/>
              <a:t> </a:t>
            </a:r>
            <a:r>
              <a:rPr lang="cs-CZ" sz="3600" b="1" dirty="0" err="1"/>
              <a:t>Hackathon</a:t>
            </a:r>
            <a:r>
              <a:rPr lang="cs-CZ" sz="3600" b="1" dirty="0"/>
              <a:t> — </a:t>
            </a:r>
            <a:r>
              <a:rPr lang="cs-CZ" sz="3600" b="1" dirty="0" err="1"/>
              <a:t>Challenge</a:t>
            </a:r>
            <a:r>
              <a:rPr lang="cs-CZ" sz="3600" b="1" dirty="0"/>
              <a:t> 2</a:t>
            </a:r>
            <a:endParaRPr lang="cs-CZ" sz="3600" b="1" dirty="0">
              <a:latin typeface="Franklin Gothic Medium" panose="020B0603020102020204" pitchFamily="34" charset="0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80B3CE20-D966-C333-2B85-8BA10785C4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96398" y="325900"/>
            <a:ext cx="2384323" cy="50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400" dirty="0" err="1">
                <a:latin typeface="Franklin Gothic Medium" panose="020B0603020102020204" pitchFamily="34" charset="0"/>
              </a:rPr>
              <a:t>Saiton</a:t>
            </a:r>
            <a:endParaRPr lang="cs-CZ" sz="24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76DF9ABD-D83A-0DEF-781C-DE63A5C0F4DB}"/>
              </a:ext>
            </a:extLst>
          </p:cNvPr>
          <p:cNvSpPr txBox="1"/>
          <p:nvPr/>
        </p:nvSpPr>
        <p:spPr>
          <a:xfrm>
            <a:off x="849599" y="1495383"/>
            <a:ext cx="2879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Manual extraction of insurance contract data from OCR bundles into CRM systems.</a:t>
            </a:r>
            <a:endParaRPr lang="cs-CZ" sz="1600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AFF9E431-2254-14E4-3485-F3C4424AAFF4}"/>
              </a:ext>
            </a:extLst>
          </p:cNvPr>
          <p:cNvSpPr txBox="1"/>
          <p:nvPr/>
        </p:nvSpPr>
        <p:spPr>
          <a:xfrm>
            <a:off x="4653551" y="1254549"/>
            <a:ext cx="28792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CRM retyping from OCR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Amendments silently override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clear change trace across documents</a:t>
            </a:r>
            <a:endParaRPr lang="cs-CZ" sz="1600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F1717F2-C85F-413E-10E7-DF2600CA6BD3}"/>
              </a:ext>
            </a:extLst>
          </p:cNvPr>
          <p:cNvSpPr txBox="1"/>
          <p:nvPr/>
        </p:nvSpPr>
        <p:spPr>
          <a:xfrm>
            <a:off x="8463116" y="1370302"/>
            <a:ext cx="2879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Python · </a:t>
            </a:r>
            <a:r>
              <a:rPr lang="cs-CZ" sz="1600" dirty="0" err="1"/>
              <a:t>FastAPI</a:t>
            </a:r>
            <a:r>
              <a:rPr lang="cs-CZ" sz="1600" dirty="0"/>
              <a:t> · </a:t>
            </a:r>
            <a:r>
              <a:rPr lang="cs-CZ" sz="1600" dirty="0" err="1"/>
              <a:t>Gemini</a:t>
            </a:r>
            <a:r>
              <a:rPr lang="cs-CZ" sz="1600" dirty="0"/>
              <a:t> (Pro + </a:t>
            </a:r>
            <a:r>
              <a:rPr lang="cs-CZ" sz="1600" dirty="0" err="1"/>
              <a:t>Flash</a:t>
            </a:r>
            <a:r>
              <a:rPr lang="cs-CZ" sz="1600" dirty="0"/>
              <a:t>)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 err="1"/>
              <a:t>PostgreSQL</a:t>
            </a:r>
            <a:r>
              <a:rPr lang="cs-CZ" sz="1600" dirty="0"/>
              <a:t> </a:t>
            </a:r>
            <a:r>
              <a:rPr lang="cs-CZ" sz="1600" dirty="0" err="1"/>
              <a:t>cache</a:t>
            </a:r>
            <a:r>
              <a:rPr lang="cs-CZ" sz="1600" dirty="0"/>
              <a:t> · </a:t>
            </a:r>
            <a:r>
              <a:rPr lang="cs-CZ" sz="1600" dirty="0" err="1"/>
              <a:t>Pydantic</a:t>
            </a:r>
            <a:r>
              <a:rPr lang="cs-CZ" sz="1600" dirty="0"/>
              <a:t> </a:t>
            </a:r>
            <a:r>
              <a:rPr lang="cs-CZ" sz="1600" dirty="0" err="1"/>
              <a:t>validation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 err="1"/>
              <a:t>Docker</a:t>
            </a:r>
            <a:r>
              <a:rPr lang="cs-CZ" sz="1600" dirty="0"/>
              <a:t> · Google Cloud Run</a:t>
            </a: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A1CDE5AC-39F1-92DB-3C48-618EDCA892AD}"/>
              </a:ext>
            </a:extLst>
          </p:cNvPr>
          <p:cNvSpPr txBox="1"/>
          <p:nvPr/>
        </p:nvSpPr>
        <p:spPr>
          <a:xfrm>
            <a:off x="840455" y="3792957"/>
            <a:ext cx="4856257" cy="156966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Extract fields from each document</a:t>
            </a:r>
            <a:br>
              <a:rPr lang="en-US" sz="1600" dirty="0"/>
            </a:br>
            <a:r>
              <a:rPr lang="en-US" sz="1600" dirty="0"/>
              <a:t>using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Merge contract + amendments by priority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Refine ambiguous fields with second LLM pass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Return validated CRM JSON</a:t>
            </a: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56489451-AF5C-BEE0-0939-5BAE6E667028}"/>
              </a:ext>
            </a:extLst>
          </p:cNvPr>
          <p:cNvSpPr txBox="1"/>
          <p:nvPr/>
        </p:nvSpPr>
        <p:spPr>
          <a:xfrm>
            <a:off x="7044811" y="3892393"/>
            <a:ext cx="41393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600" dirty="0"/>
              <a:t>OCR </a:t>
            </a:r>
            <a:r>
              <a:rPr lang="cs-CZ" sz="1600" dirty="0" err="1"/>
              <a:t>Documents</a:t>
            </a:r>
            <a:r>
              <a:rPr lang="cs-CZ" sz="1600" dirty="0"/>
              <a:t> → API → LLM </a:t>
            </a:r>
            <a:r>
              <a:rPr lang="cs-CZ" sz="1600" dirty="0" err="1"/>
              <a:t>Extraction</a:t>
            </a:r>
            <a:br>
              <a:rPr lang="cs-CZ" sz="1600" dirty="0"/>
            </a:br>
            <a:r>
              <a:rPr lang="cs-CZ" sz="1600" dirty="0"/>
              <a:t>→ </a:t>
            </a:r>
            <a:r>
              <a:rPr lang="cs-CZ" sz="1600" dirty="0" err="1"/>
              <a:t>Amendment</a:t>
            </a:r>
            <a:r>
              <a:rPr lang="cs-CZ" sz="1600" dirty="0"/>
              <a:t> </a:t>
            </a:r>
            <a:r>
              <a:rPr lang="cs-CZ" sz="1600" dirty="0" err="1"/>
              <a:t>Resolver</a:t>
            </a:r>
            <a:endParaRPr lang="en-GB" sz="1600" dirty="0"/>
          </a:p>
          <a:p>
            <a:pPr algn="ctr"/>
            <a:r>
              <a:rPr lang="cs-CZ" sz="1600" dirty="0"/>
              <a:t>→</a:t>
            </a:r>
            <a:r>
              <a:rPr lang="en-GB" sz="1600" dirty="0"/>
              <a:t> </a:t>
            </a:r>
            <a:r>
              <a:rPr lang="cs-CZ" sz="1600" dirty="0" err="1"/>
              <a:t>Dual</a:t>
            </a:r>
            <a:r>
              <a:rPr lang="cs-CZ" sz="1600" dirty="0"/>
              <a:t>-LLM </a:t>
            </a:r>
            <a:r>
              <a:rPr lang="cs-CZ" sz="1600" dirty="0" err="1"/>
              <a:t>Refinement</a:t>
            </a:r>
            <a:br>
              <a:rPr lang="cs-CZ" sz="1600" dirty="0"/>
            </a:br>
            <a:r>
              <a:rPr lang="cs-CZ" sz="1600" dirty="0"/>
              <a:t>→ </a:t>
            </a:r>
            <a:r>
              <a:rPr lang="cs-CZ" sz="1600" dirty="0" err="1"/>
              <a:t>Cache</a:t>
            </a:r>
            <a:r>
              <a:rPr lang="cs-CZ" sz="1600" dirty="0"/>
              <a:t> → CRM JSON</a:t>
            </a:r>
          </a:p>
        </p:txBody>
      </p:sp>
    </p:spTree>
    <p:extLst>
      <p:ext uri="{BB962C8B-B14F-4D97-AF65-F5344CB8AC3E}">
        <p14:creationId xmlns:p14="http://schemas.microsoft.com/office/powerpoint/2010/main" val="293793558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105</Words>
  <Application>Microsoft Office PowerPoint</Application>
  <PresentationFormat>Širokoúhlá obrazovka</PresentationFormat>
  <Paragraphs>21</Paragraphs>
  <Slides>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Franklin Gothic Medium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Lukas</dc:creator>
  <cp:lastModifiedBy>Jan Lukas</cp:lastModifiedBy>
  <cp:revision>2</cp:revision>
  <dcterms:created xsi:type="dcterms:W3CDTF">2026-03-14T23:49:05Z</dcterms:created>
  <dcterms:modified xsi:type="dcterms:W3CDTF">2026-03-15T01:11:17Z</dcterms:modified>
</cp:coreProperties>
</file>